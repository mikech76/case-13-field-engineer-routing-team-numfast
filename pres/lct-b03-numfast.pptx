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6.jpg"/><Relationship Id="rId5" Type="http://schemas.openxmlformats.org/officeDocument/2006/relationships/image" Target="../media/image82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sz="4000"/>
              <a:t>NumFast</a:t>
            </a:r>
            <a:endParaRPr lang="ru-RU" sz="4800" dirty="0"/>
          </a:p>
          <a:p>
            <a:r>
              <a:rPr sz="1500">
                <a:solidFill>
                  <a:srgbClr val="FFD6E4"/>
                </a:solidFill>
              </a:rPr>
              <a:t>Счётчик маршрутов RoadGraph для диспетчера выездных инженеров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  <p:txBody>
          <a:bodyPr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Задача 3 · Билайн Бизнес · ЛЦТ 2026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rgbClr val="1C1D22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>
                <a:solidFill>
                  <a:srgbClr val="1C1D22"/>
                </a:solidFill>
              </a:rPr>
              <a:t>Лабораторный стенд диспетчера: самописный счётчик маршрутов RoadGraph и распределение заявок по бригадам считаются прямо в браузере. Ни OSRM, ни OR-Tools, ни бэкенда — только своя библиотека numfast и квантованная карта Центрального федерального округа.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C1D22"/>
                </a:solidFill>
              </a:rPr>
              <a:t>Капитан: Чечин Михаил Иванович, веб-разработка и Data Science</a:t>
            </a:r>
          </a:p>
          <a:p>
            <a:r>
              <a:rPr>
                <a:solidFill>
                  <a:srgbClr val="1C1D22"/>
                </a:solidFill>
              </a:rPr>
              <a:t>Кол-во участников: 2 человека</a:t>
            </a:r>
          </a:p>
          <a:p>
            <a:r>
              <a:rPr>
                <a:solidFill>
                  <a:srgbClr val="1C1D22"/>
                </a:solidFill>
              </a:rPr>
              <a:t>Краткое описание: команда из двух человек, собственный счётчик маршрутов на собственной библиотеке numfast.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1C1D22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1C1D22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>
                <a:solidFill>
                  <a:srgbClr val="1C1D22"/>
                </a:solidFill>
              </a:rPr>
              <a:t>Свой граф дорог ЦФО: 9 056 213 узлов и 18 642 179 ориентированных рёбер, сведённых до плоского портального графа на 241 348 вершин и 1 035 952 ребра — он весит 24 МБ вместо 317 МБ и целиком грузится в браузер. Один поиск кратчайшего пути на источник заменяет HTTP-запрос на каждую пару точек. Сверху — детерминированное распределение S0 (narrow-first → вставка → 2-opt → вытеснение аварий).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501301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8529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100"/>
              <a:t>Геймдизайн, дизайн интерфейсов и презентации · Дедовск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8529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b="1"/>
              <a:t>Юнков Александр Сергеевич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707697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чечин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25" b="4925"/>
          <a:stretch>
            <a:fillRect/>
          </a:stretch>
        </p:blipFill>
        <p:spPr>
          <a:xfrm>
            <a:off x="2943018" y="1816054"/>
            <a:ext cx="1722566" cy="1552901"/>
          </a:xfrm>
        </p:spPr>
      </p:pic>
      <p:pic>
        <p:nvPicPr>
          <p:cNvPr id="3" name="Рисунок 2" descr="юнков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5230" b="5230"/>
          <a:stretch>
            <a:fillRect/>
          </a:stretch>
        </p:blipFill>
        <p:spPr>
          <a:xfrm>
            <a:off x="5248088" y="1826554"/>
            <a:ext cx="1722566" cy="1542401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 «NumFast»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79981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100"/>
              <a:t>Капитан · веб-разработка, моделирование, машинное обучение, многопоточность, Data Science · Томск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879980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b="1"/>
              <a:t>Чечин Михаил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200">
                <a:solidFill>
                  <a:srgbClr val="1C1D22"/>
                </a:solidFill>
              </a:rPr>
              <a:t>Мы пришли из задач, где упирались в два чужих ограничения: внешний сервис маршрутов и готовый решатель. Здесь оба ограничения стали частью задачи.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rgbClr val="1C1D22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200">
                <a:solidFill>
                  <a:srgbClr val="1C1D22"/>
                </a:solidFill>
              </a:rPr>
              <a:t>Дорога, а не распределение: 65 % запросов времени не имели ответа, и виноват был формат карты, а не данные.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rgbClr val="1C1D22"/>
                </a:solidFill>
              </a:rPr>
              <a:t>С какими основными сложностями или вызовами 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200">
                <a:solidFill>
                  <a:srgbClr val="1C1D22"/>
                </a:solidFill>
              </a:rPr>
              <a:t>Своей дорогой: свой счётчик маршрутов вместо внешнего сервиса.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rgbClr val="1C1D22"/>
                </a:solidFill>
              </a:rPr>
              <a:t>Почему вы выбрали именно эту задачу 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rgbClr val="1C1D22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rgbClr val="1C1D22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rgbClr val="1C1D2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t>Счётчик маршрутов RoadGraph и распределение S0 выполняются в браузере: загрузка квантованной карты 0,4 с, 132 поиска кратчайшего пути за 8,2 с, само распределение 34 мс. Один собранный WASM-модуль numfast-native на 196 КБ работает и в Python, и в Node.js, и в браузере.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t>Развитие: привязка растрового слоя пробок к рёбрам OSM вместо равномерного коэффициента по часу, собственные веса для пешеходов, транзитные перегоны между остановками, суточный пересчёт остатка смены при потере бригады.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t>Маркетинговая суть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