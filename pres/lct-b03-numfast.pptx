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NumFast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>
            <a:r>
              <a:t>Счётчик маршрутов RoadGraph</a:t>
            </a:r>
          </a:p>
          <a:p>
            <a:r>
              <a:t>для диспетчера выездных инженеров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Задача 3 · Билайн Бизнес · ЛЦТ 2026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/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t>Лабораторный стенд диспетчера: самописный счётчик маршрутов RoadGraph и распределение заявок по бригадам считаются прямо в браузере. Ни OSRM, ни OR-Tools, ни бэкенда — только своя библиотека numfast и квантованная карта Центрального федерального округа.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t>Капитан: Чечин Михаил Иванович, веб-разработка и Data Science</a:t>
            </a:r>
          </a:p>
          <a:p>
            <a:r>
              <a:t>Кол-во участников: 2 человека</a:t>
            </a:r>
          </a:p>
          <a:p>
            <a:r>
              <a:t>Краткое описание: команда из двух человек, собственный счётчик маршрутов на собственной библиотеке numfast.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t>Свой граф дорог ЦФО: 9 056 213 узлов и 18 642 179 ориентированных рёбер, сведённых до плоского портального графа на 241 348 вершин и 1 035 952 ребра — он весит 24 МБ вместо 317 МБ и целиком грузится в браузер. Один поиск кратчайшего пути на источник заменяет HTTP-запрос на каждую пару точек. Сверху — детерминированное распределение S0 (narrow-first → вставка → 2-opt → вытеснение аварий).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1100"/>
              <a:t>Капитан · веб-разработка, моделирование, машинное обучение, многопоточность, Data Science · Томск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b="1"/>
              <a:t>Чечин Михаил Иванович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1100"/>
              <a:t>Геймдизайн, дизайн интерфейсов и презентации · Дедовск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b="1"/>
              <a:t>Юнков Александр Сергеевич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200"/>
              <a:t>Мы пришли из задач, где упирались в два чужых ограничения: внешний сервис маршрутов и готовый решатель. Здесь оба ограничения стали частью задачи.</a:t>
            </a:r>
          </a:p>
          <a:p/>
          <a:p>
            <a:r>
              <a:rPr sz="1200"/>
              <a:t>Самым сложным оказалось не распределение, а дорога. Первые версии рисовали ноги прямыми, и мы обнаружили, что 65 % запросов времени между точками вообще не имеют ответа в уквантованной карте. Причина оказалась в формате, а не в данных: внутрикластерные матрицы были обрезаны до восьми входов и выходов. Мы пересчитали их по полному графу ЦФО без этого ограничения — доля точных времён выросла с 35 % до 98,9 %.</a:t>
            </a:r>
          </a:p>
          <a:p/>
          <a:p>
            <a:r>
              <a:rPr sz="1200"/>
              <a:t>Второй урок: цифра 100 из 100 оказалась ненастоящей — её держала заглушка, подставлявшая выдуманные 15 минут и 3 км. После её удаления осталось 97. Мы показываем и 97, и причины четырёх отказов.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/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Расскажите о самых интересных или сложных моментах в процессе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разработки и как команда с ними справилась.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Здесь можете поделиться, в том числе, и личными историями,</a:t>
            </a:r>
            <a:r>
              <a:rPr lang="en-US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которые повлияли на ход вашего участия в хакатоне.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b="1"/>
              <a:t>С какими основными сложностями или вызовами 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/>
              <a:t>Что вас вдохновило или заинтересовало в этой проблеме?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/>
              <a:t>Почему вы выбрали именно эту задачу 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t>Счётчик маршрутов RoadGraph и распределение S0 выполняются в браузере: загрузка квантованной карты 0,4 с, 132 поиска кратчайшего пути за 8,2 с, само распределение 34 мс. Один собранный WASM-модуль numfast-native на 196 КБ работает и в Python, и в Node.js, и в браузере.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t>Развитие: привязка растрового слоя пробок к рёбрам OSM вместо равномерного коэффициента по часу, собственные веса для пешеходов, транзитные перегоны между остановками, суточный пересчёт остатка смены при потере бригады.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t>Маркетинговая суть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>
            <a:r>
              <a:rPr sz="1300"/>
              <a:t>• Полный граф Центрального федерального округа: 9 056 213 узлов, 18 642 179 ориентированных рёбер, bbox lon 30,64…47,52 / lat 49,46…59,44.</a:t>
            </a:r>
          </a:p>
          <a:p>
            <a:r>
              <a:rPr sz="1300"/>
              <a:t>• Уровень 1 — мульти-источниковый Вороной: 96 144 кластера и 265 522 порта. Кластер стягивается в точки входа и выхода.</a:t>
            </a:r>
          </a:p>
          <a:p>
            <a:r>
              <a:rPr sz="1300"/>
              <a:t>• Квантованная карта: исходный формат QuantFull хранит время с шагом 100 мс и радиусом 3 600 с. В поставляемый бандл квантование снято — веса в точных миллисекундах (step_ms = 1).</a:t>
            </a:r>
          </a:p>
          <a:p>
            <a:r>
              <a:rPr sz="1300"/>
              <a:t>• Плоский развёрнутый портальный граф: 241 348 вершин, 1 035 952 ребра, 24 МБ вместо 317 МБ полного CSR. Два семейства рёбер: портал pf→pt (один реальный отрезок OSM) и внутрикластерные ent[k]→ext[j].</a:t>
            </a:r>
          </a:p>
          <a:p>
            <a:r>
              <a:rPr sz="1300"/>
              <a:t>• Мы сняли ограничение [:8] на входы и выходы: 705 102 → 817 018 ячеек, 770 430 пригодных. Граф вырос на 10 % рёбер, а доля точных времён — с 35 % до 98,9 %.</a:t>
            </a: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RoadGraph: как устроен счётчик маршрутов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>
            <a:r>
              <a:rPr sz="1300"/>
              <a:t>• team-63 BroCode (20 страниц): Google OR-Tools VRPTW + OSRM + FastAPI, лимит поиска 10 секунд. Сравнивают свой план с базовым планом по ТЗ.</a:t>
            </a:r>
          </a:p>
          <a:p>
            <a:r>
              <a:rPr sz="1300"/>
              <a:t>• team-13 Mortalith (11 слайдов): OSRM-матрица, покрытие 94,6 %, соло.</a:t>
            </a:r>
          </a:p>
          <a:p>
            <a:r>
              <a:rPr sz="1300"/>
              <a:t>• Мы: OR-Tools не используем. Распределение — своё, детерминированное. Маршруты — свои, из собственного графа.</a:t>
            </a:r>
          </a:p>
          <a:p>
            <a:r>
              <a:rPr sz="1300"/>
              <a:t>• Сравнение с OR-Tools на одной и той же задаче (197 заявок): 179 выполненных и 580,0 км за 0,10 с против 178 и 803,9…816,1 км за 3 × 5…120 с.</a:t>
            </a:r>
          </a:p>
          <a:p>
            <a:r>
              <a:rPr sz="1300"/>
              <a:t>• Что это даёт: расчёт не упирается в сеть. Один поиск на источник вместо HTTP-запроса на каждую пару.</a:t>
            </a: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Сравнение с конкурентами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>
            <a:r>
              <a:rPr sz="1300"/>
              <a:t>• Один поиск кратчайшего пути: 1,536 мс в Node.js на WASM, 58 мс в браузере на JS.</a:t>
            </a:r>
          </a:p>
          <a:p>
            <a:r>
              <a:rPr sz="1300"/>
              <a:t>• 130 источников — 8,2 с; 1 000 заявок — около 2 с на том же браузерном пути.</a:t>
            </a:r>
          </a:p>
          <a:p>
            <a:r>
              <a:rPr sz="1300"/>
              <a:t>• Загрузка квантованной карты в память: 0,4 с (24 МБ, 15 бинарных файлов).</a:t>
            </a:r>
          </a:p>
          <a:p>
            <a:r>
              <a:rPr sz="1300"/>
              <a:t>• Само распределение: 34 мс на 100 заявок, 0 нарушений окон и смен.</a:t>
            </a:r>
          </a:p>
          <a:p>
            <a:r>
              <a:rPr sz="1300"/>
              <a:t>• Для сравнения: OSRM — сетевой запрос на каждую пару; OR-Tools — 3 × 5…120 с на ту же задачу.</a:t>
            </a: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Скорость на массовых маршрутах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>
            <a:r>
              <a:rPr sz="1300"/>
              <a:t>• 97 из 100 заявок выполнено, 24 бригады, 323,6 км по дорогам, 0 нарушений окон и смен.</a:t>
            </a:r>
          </a:p>
          <a:p>
            <a:r>
              <a:rPr sz="1300"/>
              <a:t>• 98,9 % запросов времени посчитаны точно; 422 без ответа показаны отдельным счётчиком, а не заменены заглушкой.</a:t>
            </a:r>
          </a:p>
          <a:p>
            <a:r>
              <a:rPr sz="1300"/>
              <a:t>• Все 177 точек привязаны к дорожной сети: медиана отклонения 62 м.</a:t>
            </a:r>
          </a:p>
          <a:p>
            <a:r>
              <a:rPr sz="1300"/>
              <a:t>• Точность портального графа против точной Дейкстры на полном CSR: медиана +0,6 %, хвост +7 %.</a:t>
            </a:r>
          </a:p>
          <a:p>
            <a:r>
              <a:rPr sz="1300"/>
              <a:t>• Прототип не дописан: обработка событий водителя (выполнена / не выполнена / потеряна) и обед в кафешке ещё не сделаны. Код и замеры — в репозитории.</a:t>
            </a: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Результаты стенда и честные ограничения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>
            <a:r>
              <a:rPr sz="1300"/>
              <a:t>• Чечин Михаил Иванович — капитан. Веб-разработка, математическое моделирование, машинное обучение, многопоточное программирование, нейронные сети, проектирование баз данных, Data Science. Томск.</a:t>
            </a:r>
          </a:p>
          <a:p>
            <a:r>
              <a:rPr sz="1300"/>
              <a:t>• Юнков Александр Сергеевич — геймдизайн, дизайн интерфейсов и презентации. Дедовск.</a:t>
            </a:r>
          </a:p>
          <a:p>
            <a:r>
              <a:rPr sz="1300"/>
              <a:t>• Репозиторий: github.com/mikech76/case-13-field-engineer-routing-team-numfast</a:t>
            </a:r>
          </a:p>
          <a:p>
            <a:r>
              <a:rPr sz="1300"/>
              <a:t>• Документация: README.md и ARCH.md в том же репозитории.</a:t>
            </a: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Команда NumFast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