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76" r:id="rId13"/>
    <p:sldId id="377" r:id="rId14"/>
    <p:sldId id="378" r:id="rId15"/>
    <p:sldId id="379" r:id="rId16"/>
    <p:sldId id="380" r:id="rId17"/>
    <p:sldId id="381" r:id="rId18"/>
    <p:sldId id="382" r:id="rId19"/>
    <p:sldId id="383" r:id="rId20"/>
    <p:sldId id="384" r:id="rId21"/>
    <p:sldId id="365" r:id="rId8"/>
    <p:sldId id="366" r:id="rId9"/>
    <p:sldId id="362" r:id="rId10"/>
    <p:sldId id="364" r:id="rId11"/>
    <p:sldId id="375" r:id="rId12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>
            <a:r>
              <a:t>Cвой роутер RoadGraph. Черновик.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NUMFAST · B03 — титул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>
            <a:r>
              <a:t>89/787 narrow+semantics, viol 0. E2E 0.6с/10k.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Задача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>
            <a:r>
              <a:t>89/787 narrow+semantics, viol 0. E2E 0.6с/10k.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Задача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>
            <a:r>
              <a:t>CSR граф + ремонт + narrow. Без OSRM в контуре.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Подход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>
            <a:r>
              <a:t>CSR граф + ремонт + narrow. Без OSRM в контуре.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Подход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>
            <a:r>
              <a:t>Q-lookup 171M/s. Кластеры/кванты/GPU-спайки.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Архитектура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>
            <a:r>
              <a:t>Q-lookup 171M/s. Кластеры/кванты/GPU-спайки.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Архитектура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>
            <a:r>
              <a:t>CSR + кластеры + кванты + GPU-спайки. Не OSRM.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RoadGraph — свой роутер (CTEPЖЕНЬ)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>
            <a:r>
              <a:t>CSR + кластеры + кванты + GPU-спайки. Не OSRM.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RoadGraph — свой роутер (CTEPЖЕНЬ)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>
            <a:r>
              <a:t>repair +35, narrow +45. OR-Tools паритет x100. GAP отдельно.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Результаты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>
            <a:r>
              <a:t>repair +35, narrow +45. OR-Tools паритет x100. GAP отдельно.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Результаты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>
            <a:r>
              <a:t>E2E 0.6с/10k. Скриншот/UI — руками.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Демо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>
            <a:r>
              <a:t>NumFast. Состав — руками.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Команда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  <p:txBody>
          <a:bodyPr/>
          <a:p>
            <a:r>
              <a:t>Контакты — руками.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Контакты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