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NumFast — диспетчерская Билайн, LCT-2026 B03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